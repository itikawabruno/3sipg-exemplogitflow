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F7165-465C-41DC-BB00-197A58E92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B60993-BADE-4C77-BE02-1F2478C66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F9197-6A1D-4A6A-AD4B-C6FD3F83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2078D-E3D4-4507-B75E-AC28C0B07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72A51-99A6-40F3-B6D2-71622965D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853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58A50-0026-4C9F-8E58-AC3FB71AA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195F1-B77C-40E7-9C45-A8FC5DDE8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8D8D12-7F3F-468E-B350-95140A32A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C1E26-D9E7-4A73-BD41-568423103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CDC7E-9F3F-4380-8D2D-5AABCDFB1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3611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F199F-B3E0-4D0D-8A97-E583B300F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6BAAF-070B-427C-9E47-A27DA0349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BBE06-49DF-4FE3-BEC7-703B36CEA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5F79A-65E0-4940-9E79-269F176D5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CDDE7-AF95-472B-AFA4-F92429E5F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748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5366-945F-4357-A6D5-2DC11F17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59DEC-5396-4FAA-ABBB-724E23E6A4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9197F-D173-40F0-A0BB-CD29A4B3E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F263B-D405-4447-9B5E-5560AB97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543341-FD73-4FFE-B369-312707516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AA9F2-49A6-4DEA-99AA-AEBDC57D2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316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84AAE-9E12-4A15-A237-0118BD20F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A24955-BE28-456E-B6D2-14FE4DF34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4E236E-02F0-4CA0-BE70-FEAFAE585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8DEF1B-028A-420B-BF33-375624E709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8BD575-894D-4781-ABE6-54427D12A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A223A7-35B6-408A-B6D7-41D06A805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91117D-AC65-4733-A54B-80DD2A53D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DCF43D-BDA6-4EC2-8224-7CE5AD61D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9965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D5D8C-374C-4BB1-8FE5-45288AA1E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950DE8-2632-49AD-A609-3D61256AF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3C0FAC-7550-4452-8372-8C7ACF30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BC02E7-4EBB-41D3-A7CE-A53E158D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512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101DD8-5E6D-4BA9-8A44-CCF29631A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4BCF4C-7037-476F-B49F-03C3F18FD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06899-9926-4640-BCB9-BC20530D6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2028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A95F9-1366-495A-99C5-490F8E58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91920-438A-4209-AC3B-F53D6DC82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44DF40-6F88-439E-8405-13DA3F411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19401-5359-4A53-9B5A-EA0B35AD6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A5855-86AB-47EE-AA11-72CB0EAB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1A166-26AA-4F76-B3B5-832F61A19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195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672CF-B6A4-4FC1-A070-A0759BF7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45E71D-5C1D-43DA-A2A7-543A063DE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B33CAD-D6C9-4404-BD6C-AC36D7EB91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59E1F-3C35-46C4-A15F-B2A7FD98C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F11B65-0595-4D21-9B6C-618522E2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3890ED-8888-4E58-AB40-84A295D24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676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8C0A2-6290-4A67-8E32-94D1CD2B8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A48443-760F-408D-A397-D8AAFCB72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FCCF0-DDC1-4EAA-9714-F8B5B10D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6F3D8-DF01-4B86-9323-72DA2B04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E0F44F-44DE-45EE-B19E-45C15E22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4170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846583-7E2F-449C-B784-C2B2CF8323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2221C-EEA8-474E-81C5-93333637D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842C7-98E6-4237-82B8-A40B0799B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4A4A5-2326-4D50-973F-08EC7CF13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F4911-B225-4AE8-ADF4-0E214D3FE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229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B10ADF-00F4-4C27-9EE8-FEE1CC3DD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D2722-01EE-42AE-BD71-3526A20D8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CA9D3-7B3B-4495-A3AC-8988651DF4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C2F99-5AEA-443E-82D3-154277B81FC9}" type="datetimeFigureOut">
              <a:rPr lang="pt-BR" smtClean="0"/>
              <a:t>07/04/2026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3A743-4BB3-4ECD-BC0B-1F8FDC447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080C4-E7DE-4E6B-8D04-AFB784C3CE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3A268-A7A9-49AE-AA14-80E2F82FBAE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613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8D9BB-0E8F-48FF-893F-16B4D8DBC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Projeto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Flow</a:t>
            </a:r>
            <a:endParaRPr lang="pt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3B685-8502-4417-87FE-20149EDF2D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Exemplo de uso</a:t>
            </a:r>
          </a:p>
        </p:txBody>
      </p:sp>
    </p:spTree>
    <p:extLst>
      <p:ext uri="{BB962C8B-B14F-4D97-AF65-F5344CB8AC3E}">
        <p14:creationId xmlns:p14="http://schemas.microsoft.com/office/powerpoint/2010/main" val="150911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Projeto Git Flow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Git Flow</dc:title>
  <dc:creator>Administrator</dc:creator>
  <cp:lastModifiedBy>Laboratório FIAP</cp:lastModifiedBy>
  <cp:revision>1</cp:revision>
  <dcterms:created xsi:type="dcterms:W3CDTF">2026-04-07T14:25:08Z</dcterms:created>
  <dcterms:modified xsi:type="dcterms:W3CDTF">2026-04-07T14:25:28Z</dcterms:modified>
</cp:coreProperties>
</file>